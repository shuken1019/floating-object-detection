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9574C-2A14-25DC-8B0A-961DDF3D7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5C1B16-93A8-3B90-B58F-CA915DAD5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E8B61-2CC8-8290-5F36-F813C7FA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E4B4C8-39DC-8464-F108-DB31BFF9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BE2476-6A15-EAC7-2ADF-8B8FAD0B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22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0C81C-B6A4-00D0-CA6F-D213C4F9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52A4C-8723-9298-BA22-3E1057B9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6060A-184E-267D-8B50-A7E45EBB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A2C586-D8E8-8C09-BF3A-8E88F286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280D6D-A061-5597-1DB6-DDC798F6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48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2CB0E-DA0E-521C-4CF2-B7569225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0B291-9008-C363-0383-AB01C69DB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C8902-E251-55B9-A628-5CB3A3E6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CC62F-2845-C707-A892-F1F5D6AB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012CEF-ECE2-5809-CD35-FD0DCDF3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96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8BAF4-4C33-F362-0C79-82D6D70D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3EAE24-6D0C-9636-FE3D-D6C4785EF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EFD234-C526-BF3A-ACD4-D8C8DB92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E4D57-02AD-7E5C-7BA1-0B9AB628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25831F-627D-1B6B-521C-4B5452C3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CD11DC-380C-2D5A-B495-70918CAC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58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56A5C-B475-94FA-571B-83341D8C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2F3501-FCE5-0005-DB81-082D6605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E56236-B76A-7CE1-6D27-527916781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CBA1CE-B669-F759-82AC-87A00EA5C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B7B3E3-4549-536F-9F98-9CE879606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D1884A-559B-C903-4DB1-0EBE9278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52E581-F84F-8600-F1A9-AD2D01E1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22AB06-40C2-784C-99CF-74B4AA81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1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FD338-101D-61CD-3C06-495D11F3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7241C5-9C86-763F-E511-1FC9F8F0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096762-1B59-7461-5298-DE04E500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49D107-C797-CB57-7F63-1373171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98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9D0616-4EBE-7090-1701-C82354AD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3F641E-8F35-C26C-2FB7-DD464648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E4A15-E453-8150-7135-4484FC34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84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0E8E6-CF50-92F7-C5DB-A8CA3F44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6EA41-F770-25F9-C82C-BB52DE1B6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E652D3-7305-4A3C-41BD-1D51E37CD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2D6526-8FAF-6730-0608-F57F3DFA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1EFE58-3913-EF20-8E98-CD1944F7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30C7EC-483C-EB67-E194-30151BA2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008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D9C0B-B983-64BD-CB89-507D33E0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B4969B-731C-F095-3959-8760D44DE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A27759-944D-664A-EF92-C28E12783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CF6578-7255-F511-B14B-A7578547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6F6184-1BF3-6B64-B375-7FE7C17F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4296A1-DBB8-0AA5-9A40-D7D19500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10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2F2C4-6284-E3A0-0232-AC782F20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E9B1BB-FF57-1C06-64F1-DD3342C3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E70F08-2AA0-FE95-3782-4B88F96C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70F538-8F40-1B42-36DC-3223353D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B8D246-613B-C845-E0A4-2010C159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84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F513D4-33A9-2590-A422-4A1E46572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737322-911E-FADE-44EF-BADD60666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F1B6B8-1472-FA08-7432-33E8A1D6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409E1-961B-1A29-304E-9AE24E92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F8B68E-29B7-990A-23F0-2508426B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FDD1CE-8512-4986-F5E9-48903636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9F6413-F3CB-06BF-1117-AEC344315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98FEC-B03D-3090-797A-C61EAE3F1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33BD1-C9C1-4CF1-8FCD-00C282DFB9ED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5BC0D-0845-E14F-9D44-5DB110975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D99E4-DDCD-7AE8-635F-3D8D99A8F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0F93A-3245-4410-8074-154CC7992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64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FBC87D0-7884-E771-9B05-9CF637D38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494" y="1320602"/>
            <a:ext cx="3027622" cy="38807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학습 모델 </a:t>
            </a:r>
            <a:r>
              <a:rPr lang="en-US" altLang="ko-KR" sz="2000" dirty="0"/>
              <a:t>– YOLOv5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2662DE-5415-187A-8F9B-1E29201C7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515" y="2367742"/>
            <a:ext cx="3495687" cy="31967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0CAFC6E-6B25-5F45-173E-D1EE3F4F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949" y="1700002"/>
            <a:ext cx="1040258" cy="10083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619C824-12A3-B214-0961-1E985C5A1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259" y="1698549"/>
            <a:ext cx="970219" cy="995016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3C977F72-AB46-7B68-FC1E-7E23028CA778}"/>
              </a:ext>
            </a:extLst>
          </p:cNvPr>
          <p:cNvSpPr txBox="1">
            <a:spLocks/>
          </p:cNvSpPr>
          <p:nvPr/>
        </p:nvSpPr>
        <p:spPr>
          <a:xfrm>
            <a:off x="7244718" y="708908"/>
            <a:ext cx="3027622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2 class training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04DB68B-D8D2-816A-BF5C-49AD1CA9B740}"/>
              </a:ext>
            </a:extLst>
          </p:cNvPr>
          <p:cNvSpPr txBox="1">
            <a:spLocks/>
          </p:cNvSpPr>
          <p:nvPr/>
        </p:nvSpPr>
        <p:spPr>
          <a:xfrm>
            <a:off x="8247466" y="1295665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1. plastic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1DA8F08-0DEA-BEB6-01E8-5DE380CE4FFD}"/>
              </a:ext>
            </a:extLst>
          </p:cNvPr>
          <p:cNvSpPr txBox="1">
            <a:spLocks/>
          </p:cNvSpPr>
          <p:nvPr/>
        </p:nvSpPr>
        <p:spPr>
          <a:xfrm>
            <a:off x="9606949" y="1327845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2. twig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8354948-8A08-DB52-8621-13BC06457AA2}"/>
              </a:ext>
            </a:extLst>
          </p:cNvPr>
          <p:cNvSpPr/>
          <p:nvPr/>
        </p:nvSpPr>
        <p:spPr>
          <a:xfrm>
            <a:off x="6904781" y="1708675"/>
            <a:ext cx="1104234" cy="991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pre-trained model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F50ED8-2BEA-FB71-8CDF-80C9CE4707F3}"/>
              </a:ext>
            </a:extLst>
          </p:cNvPr>
          <p:cNvSpPr/>
          <p:nvPr/>
        </p:nvSpPr>
        <p:spPr>
          <a:xfrm>
            <a:off x="8009016" y="3500846"/>
            <a:ext cx="1678706" cy="696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Yolov5 training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AD926CD-7BFC-3517-EA5E-27C17F388995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7456898" y="2699703"/>
            <a:ext cx="1391471" cy="801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A8C650C-A155-E9F3-C751-5D4F87008164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>
            <a:off x="8848369" y="2693565"/>
            <a:ext cx="0" cy="807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DAB3667-1F0D-CEB3-D885-D099054C05CD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flipH="1">
            <a:off x="8848369" y="2708375"/>
            <a:ext cx="1278709" cy="79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094BA23-3DDE-655E-A3F2-233A8D09A1ED}"/>
              </a:ext>
            </a:extLst>
          </p:cNvPr>
          <p:cNvCxnSpPr>
            <a:cxnSpLocks/>
          </p:cNvCxnSpPr>
          <p:nvPr/>
        </p:nvCxnSpPr>
        <p:spPr>
          <a:xfrm>
            <a:off x="8845896" y="4197531"/>
            <a:ext cx="2472" cy="437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3C0F4E52-E50C-06BE-3631-B4AD3FB14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020" y="4737827"/>
            <a:ext cx="2307752" cy="1450454"/>
          </a:xfrm>
          <a:prstGeom prst="rect">
            <a:avLst/>
          </a:prstGeom>
        </p:spPr>
      </p:pic>
      <p:sp>
        <p:nvSpPr>
          <p:cNvPr id="37" name="제목 1">
            <a:extLst>
              <a:ext uri="{FF2B5EF4-FFF2-40B4-BE49-F238E27FC236}">
                <a16:creationId xmlns:a16="http://schemas.microsoft.com/office/drawing/2014/main" id="{D6CC00AA-53DE-F653-35E2-F05C9ADAB0FF}"/>
              </a:ext>
            </a:extLst>
          </p:cNvPr>
          <p:cNvSpPr txBox="1">
            <a:spLocks/>
          </p:cNvSpPr>
          <p:nvPr/>
        </p:nvSpPr>
        <p:spPr>
          <a:xfrm>
            <a:off x="8247466" y="6096934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result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19BD336F-3EBC-88A8-2A61-08ED85D888BC}"/>
              </a:ext>
            </a:extLst>
          </p:cNvPr>
          <p:cNvCxnSpPr>
            <a:cxnSpLocks/>
          </p:cNvCxnSpPr>
          <p:nvPr/>
        </p:nvCxnSpPr>
        <p:spPr>
          <a:xfrm flipH="1">
            <a:off x="5937806" y="708908"/>
            <a:ext cx="16457" cy="5616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55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E52FDF-DEB6-4E6D-F285-F23AC9528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22" y="2772876"/>
            <a:ext cx="4526541" cy="30920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E8B7F1-5494-419B-3975-B2EF2C89C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954" y="3203013"/>
            <a:ext cx="4237183" cy="2354991"/>
          </a:xfrm>
          <a:prstGeom prst="rect">
            <a:avLst/>
          </a:prstGeom>
        </p:spPr>
      </p:pic>
      <p:sp>
        <p:nvSpPr>
          <p:cNvPr id="26" name="제목 1">
            <a:extLst>
              <a:ext uri="{FF2B5EF4-FFF2-40B4-BE49-F238E27FC236}">
                <a16:creationId xmlns:a16="http://schemas.microsoft.com/office/drawing/2014/main" id="{118879E0-02D9-A2A6-BCEA-EB0965708D94}"/>
              </a:ext>
            </a:extLst>
          </p:cNvPr>
          <p:cNvSpPr txBox="1">
            <a:spLocks/>
          </p:cNvSpPr>
          <p:nvPr/>
        </p:nvSpPr>
        <p:spPr>
          <a:xfrm>
            <a:off x="1807981" y="2136827"/>
            <a:ext cx="3027622" cy="4939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500" dirty="0"/>
              <a:t>218 labeled train images</a:t>
            </a: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8A9A3DF3-22C9-D13D-06EF-B991AA75C973}"/>
              </a:ext>
            </a:extLst>
          </p:cNvPr>
          <p:cNvSpPr txBox="1">
            <a:spLocks/>
          </p:cNvSpPr>
          <p:nvPr/>
        </p:nvSpPr>
        <p:spPr>
          <a:xfrm>
            <a:off x="7356735" y="2587550"/>
            <a:ext cx="3256836" cy="4939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500" dirty="0"/>
              <a:t>Augmentation – </a:t>
            </a:r>
            <a:r>
              <a:rPr lang="en-US" altLang="ko-KR" sz="1500" dirty="0" err="1"/>
              <a:t>Cutmix</a:t>
            </a:r>
            <a:r>
              <a:rPr lang="en-US" altLang="ko-KR" sz="1500" dirty="0"/>
              <a:t>, Rotation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979300E8-73F1-3A7F-CE6F-EE036AB176B1}"/>
              </a:ext>
            </a:extLst>
          </p:cNvPr>
          <p:cNvSpPr txBox="1">
            <a:spLocks/>
          </p:cNvSpPr>
          <p:nvPr/>
        </p:nvSpPr>
        <p:spPr>
          <a:xfrm>
            <a:off x="4452426" y="993119"/>
            <a:ext cx="3027622" cy="4939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78691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3C977F72-AB46-7B68-FC1E-7E23028CA778}"/>
              </a:ext>
            </a:extLst>
          </p:cNvPr>
          <p:cNvSpPr txBox="1">
            <a:spLocks/>
          </p:cNvSpPr>
          <p:nvPr/>
        </p:nvSpPr>
        <p:spPr>
          <a:xfrm>
            <a:off x="4452426" y="993119"/>
            <a:ext cx="3027622" cy="4939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Dataset</a:t>
            </a: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8A9A3DF3-22C9-D13D-06EF-B991AA75C973}"/>
              </a:ext>
            </a:extLst>
          </p:cNvPr>
          <p:cNvSpPr txBox="1">
            <a:spLocks/>
          </p:cNvSpPr>
          <p:nvPr/>
        </p:nvSpPr>
        <p:spPr>
          <a:xfrm>
            <a:off x="7281318" y="2087803"/>
            <a:ext cx="3027622" cy="4939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500" dirty="0"/>
              <a:t>Augmentation – Mosaic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822DCFE-5FC0-C0C7-4F2E-1CF7E342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435" y="2723853"/>
            <a:ext cx="3725764" cy="32234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047D65-E043-4ED8-40CD-082C0ACB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22" y="2772876"/>
            <a:ext cx="4526541" cy="309200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9B309ED4-BE87-44D2-BFFF-1695EEF58982}"/>
              </a:ext>
            </a:extLst>
          </p:cNvPr>
          <p:cNvSpPr txBox="1">
            <a:spLocks/>
          </p:cNvSpPr>
          <p:nvPr/>
        </p:nvSpPr>
        <p:spPr>
          <a:xfrm>
            <a:off x="1807981" y="2136827"/>
            <a:ext cx="3027622" cy="4939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500" dirty="0"/>
              <a:t>218 labeled train images</a:t>
            </a:r>
          </a:p>
        </p:txBody>
      </p:sp>
    </p:spTree>
    <p:extLst>
      <p:ext uri="{BB962C8B-B14F-4D97-AF65-F5344CB8AC3E}">
        <p14:creationId xmlns:p14="http://schemas.microsoft.com/office/powerpoint/2010/main" val="149148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">
            <a:extLst>
              <a:ext uri="{FF2B5EF4-FFF2-40B4-BE49-F238E27FC236}">
                <a16:creationId xmlns:a16="http://schemas.microsoft.com/office/drawing/2014/main" id="{D23A32B5-8B6D-E9B7-9EFB-534D9312F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118" y="1042580"/>
            <a:ext cx="2331226" cy="520608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Results</a:t>
            </a:r>
            <a:endParaRPr lang="ko-KR" altLang="en-US" sz="4000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F0D7DBA4-7899-1137-B874-3C92959D6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181" y="2876549"/>
            <a:ext cx="4453952" cy="2505348"/>
          </a:xfrm>
          <a:prstGeom prst="rect">
            <a:avLst/>
          </a:prstGeom>
        </p:spPr>
      </p:pic>
      <p:pic>
        <p:nvPicPr>
          <p:cNvPr id="9" name="그림 8" descr="음식, 스프이(가) 표시된 사진&#10;&#10;자동 생성된 설명">
            <a:extLst>
              <a:ext uri="{FF2B5EF4-FFF2-40B4-BE49-F238E27FC236}">
                <a16:creationId xmlns:a16="http://schemas.microsoft.com/office/drawing/2014/main" id="{1502ACF0-C467-7EE0-BD73-0BE99DD82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69" y="2876549"/>
            <a:ext cx="4453952" cy="2505348"/>
          </a:xfrm>
          <a:prstGeom prst="rect">
            <a:avLst/>
          </a:prstGeom>
        </p:spPr>
      </p:pic>
      <p:sp>
        <p:nvSpPr>
          <p:cNvPr id="26" name="제목 1">
            <a:extLst>
              <a:ext uri="{FF2B5EF4-FFF2-40B4-BE49-F238E27FC236}">
                <a16:creationId xmlns:a16="http://schemas.microsoft.com/office/drawing/2014/main" id="{D54FA508-3316-E83C-FB74-483099FD8D9D}"/>
              </a:ext>
            </a:extLst>
          </p:cNvPr>
          <p:cNvSpPr txBox="1">
            <a:spLocks/>
          </p:cNvSpPr>
          <p:nvPr/>
        </p:nvSpPr>
        <p:spPr>
          <a:xfrm>
            <a:off x="2002034" y="2357575"/>
            <a:ext cx="3027622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Original</a:t>
            </a:r>
            <a:endParaRPr lang="ko-KR" altLang="en-US" sz="2000" dirty="0"/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233B5ECC-F223-CE8C-EA65-6B65B0AA458F}"/>
              </a:ext>
            </a:extLst>
          </p:cNvPr>
          <p:cNvSpPr txBox="1">
            <a:spLocks/>
          </p:cNvSpPr>
          <p:nvPr/>
        </p:nvSpPr>
        <p:spPr>
          <a:xfrm>
            <a:off x="7162344" y="2357574"/>
            <a:ext cx="3027622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Inferenced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0110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">
            <a:extLst>
              <a:ext uri="{FF2B5EF4-FFF2-40B4-BE49-F238E27FC236}">
                <a16:creationId xmlns:a16="http://schemas.microsoft.com/office/drawing/2014/main" id="{D23A32B5-8B6D-E9B7-9EFB-534D9312F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2263" y="794387"/>
            <a:ext cx="2331226" cy="520608"/>
          </a:xfrm>
        </p:spPr>
        <p:txBody>
          <a:bodyPr>
            <a:noAutofit/>
          </a:bodyPr>
          <a:lstStyle/>
          <a:p>
            <a:r>
              <a:rPr lang="en-US" altLang="ko-KR" sz="3000" dirty="0"/>
              <a:t>Future plan</a:t>
            </a:r>
            <a:endParaRPr lang="ko-KR" altLang="en-US" sz="30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1AAD235-1937-B129-E1D2-BE41B3D50DA3}"/>
              </a:ext>
            </a:extLst>
          </p:cNvPr>
          <p:cNvSpPr txBox="1">
            <a:spLocks/>
          </p:cNvSpPr>
          <p:nvPr/>
        </p:nvSpPr>
        <p:spPr>
          <a:xfrm>
            <a:off x="1331907" y="2045278"/>
            <a:ext cx="3409406" cy="520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Multi</a:t>
            </a:r>
            <a:r>
              <a:rPr lang="ko-KR" altLang="en-US" sz="2000" dirty="0"/>
              <a:t> </a:t>
            </a:r>
            <a:r>
              <a:rPr lang="en-US" altLang="ko-KR" sz="2000" dirty="0"/>
              <a:t>class</a:t>
            </a:r>
            <a:r>
              <a:rPr lang="ko-KR" altLang="en-US" sz="2000" dirty="0"/>
              <a:t> </a:t>
            </a:r>
            <a:r>
              <a:rPr lang="en-US" altLang="ko-KR" sz="2000" dirty="0"/>
              <a:t>training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1C861E-2E1B-0D68-209D-D71B87E5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527" y="3036777"/>
            <a:ext cx="1040258" cy="10083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A7797A-A846-DE7C-0443-2F81DCB77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62" y="3058795"/>
            <a:ext cx="970219" cy="995016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B9DFB251-A644-BBE0-D01B-AB12EC7C0EEC}"/>
              </a:ext>
            </a:extLst>
          </p:cNvPr>
          <p:cNvSpPr txBox="1">
            <a:spLocks/>
          </p:cNvSpPr>
          <p:nvPr/>
        </p:nvSpPr>
        <p:spPr>
          <a:xfrm>
            <a:off x="1189169" y="2655911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1. plastic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5CCBD7E3-0C5C-5177-EB25-584629C49ED3}"/>
              </a:ext>
            </a:extLst>
          </p:cNvPr>
          <p:cNvSpPr txBox="1">
            <a:spLocks/>
          </p:cNvSpPr>
          <p:nvPr/>
        </p:nvSpPr>
        <p:spPr>
          <a:xfrm>
            <a:off x="2435708" y="2648704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2. twig</a:t>
            </a:r>
          </a:p>
        </p:txBody>
      </p:sp>
      <p:pic>
        <p:nvPicPr>
          <p:cNvPr id="3" name="그림 2" descr="실외이(가) 표시된 사진&#10;&#10;자동 생성된 설명">
            <a:extLst>
              <a:ext uri="{FF2B5EF4-FFF2-40B4-BE49-F238E27FC236}">
                <a16:creationId xmlns:a16="http://schemas.microsoft.com/office/drawing/2014/main" id="{F1456A06-AF0E-69F4-79EA-C56C2F906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727" y="3036778"/>
            <a:ext cx="1040258" cy="1017034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34A2F4D0-3280-1F6C-A9D6-8B3DE0F42F53}"/>
              </a:ext>
            </a:extLst>
          </p:cNvPr>
          <p:cNvSpPr txBox="1">
            <a:spLocks/>
          </p:cNvSpPr>
          <p:nvPr/>
        </p:nvSpPr>
        <p:spPr>
          <a:xfrm>
            <a:off x="3649604" y="2725784"/>
            <a:ext cx="1201804" cy="310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3. vinyl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2D1EBDF-4351-6B73-594D-1CCAC51B1F2B}"/>
              </a:ext>
            </a:extLst>
          </p:cNvPr>
          <p:cNvSpPr txBox="1">
            <a:spLocks/>
          </p:cNvSpPr>
          <p:nvPr/>
        </p:nvSpPr>
        <p:spPr>
          <a:xfrm>
            <a:off x="1174173" y="4086559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4. </a:t>
            </a:r>
            <a:r>
              <a:rPr lang="en-US" altLang="ko-KR" sz="1400" dirty="0" err="1"/>
              <a:t>styrofoam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BFA872-B114-85BF-9101-CE1DA4C99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962" y="4448200"/>
            <a:ext cx="940226" cy="9287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E85EF7-2CD7-663A-DD71-4E7324002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2527" y="4474632"/>
            <a:ext cx="1040258" cy="902313"/>
          </a:xfrm>
          <a:prstGeom prst="rect">
            <a:avLst/>
          </a:prstGeom>
        </p:spPr>
      </p:pic>
      <p:sp>
        <p:nvSpPr>
          <p:cNvPr id="21" name="제목 1">
            <a:extLst>
              <a:ext uri="{FF2B5EF4-FFF2-40B4-BE49-F238E27FC236}">
                <a16:creationId xmlns:a16="http://schemas.microsoft.com/office/drawing/2014/main" id="{9BF602C4-5748-85F6-075A-393CCE133837}"/>
              </a:ext>
            </a:extLst>
          </p:cNvPr>
          <p:cNvSpPr txBox="1">
            <a:spLocks/>
          </p:cNvSpPr>
          <p:nvPr/>
        </p:nvSpPr>
        <p:spPr>
          <a:xfrm>
            <a:off x="2435708" y="4095163"/>
            <a:ext cx="1201804" cy="3880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0" dirty="0"/>
              <a:t>5. paper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4F228-0290-7037-294B-08AE660AE908}"/>
              </a:ext>
            </a:extLst>
          </p:cNvPr>
          <p:cNvSpPr txBox="1"/>
          <p:nvPr/>
        </p:nvSpPr>
        <p:spPr>
          <a:xfrm>
            <a:off x="4006016" y="4611199"/>
            <a:ext cx="48768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….</a:t>
            </a:r>
            <a:endParaRPr lang="ko-KR" altLang="en-US" sz="2500" dirty="0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1CA6863E-8FBB-D8EE-62F8-241FCA0676D1}"/>
              </a:ext>
            </a:extLst>
          </p:cNvPr>
          <p:cNvSpPr txBox="1">
            <a:spLocks/>
          </p:cNvSpPr>
          <p:nvPr/>
        </p:nvSpPr>
        <p:spPr>
          <a:xfrm>
            <a:off x="7101335" y="2045278"/>
            <a:ext cx="3409406" cy="520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Model generalization</a:t>
            </a:r>
            <a:endParaRPr lang="ko-KR" altLang="en-US" sz="20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97C30B3-9534-0C78-7A55-41F2E1BCD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825" y="4844361"/>
            <a:ext cx="2545404" cy="149296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298ECC4-E5CD-C03B-6E23-2BE6B12BA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0825" y="3135904"/>
            <a:ext cx="2545404" cy="1312296"/>
          </a:xfrm>
          <a:prstGeom prst="rect">
            <a:avLst/>
          </a:prstGeom>
        </p:spPr>
      </p:pic>
      <p:sp>
        <p:nvSpPr>
          <p:cNvPr id="30" name="제목 1">
            <a:extLst>
              <a:ext uri="{FF2B5EF4-FFF2-40B4-BE49-F238E27FC236}">
                <a16:creationId xmlns:a16="http://schemas.microsoft.com/office/drawing/2014/main" id="{C9132425-D95E-A59D-6CEE-14C4C64199C1}"/>
              </a:ext>
            </a:extLst>
          </p:cNvPr>
          <p:cNvSpPr txBox="1">
            <a:spLocks/>
          </p:cNvSpPr>
          <p:nvPr/>
        </p:nvSpPr>
        <p:spPr>
          <a:xfrm>
            <a:off x="7322625" y="2818447"/>
            <a:ext cx="1201804" cy="310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 err="1"/>
              <a:t>비오는날</a:t>
            </a:r>
            <a:endParaRPr lang="en-US" altLang="ko-KR" sz="1400" dirty="0"/>
          </a:p>
        </p:txBody>
      </p:sp>
      <p:sp>
        <p:nvSpPr>
          <p:cNvPr id="31" name="제목 1">
            <a:extLst>
              <a:ext uri="{FF2B5EF4-FFF2-40B4-BE49-F238E27FC236}">
                <a16:creationId xmlns:a16="http://schemas.microsoft.com/office/drawing/2014/main" id="{2AA4A9DD-FFE5-B6A5-4713-2DEFE9E2368F}"/>
              </a:ext>
            </a:extLst>
          </p:cNvPr>
          <p:cNvSpPr txBox="1">
            <a:spLocks/>
          </p:cNvSpPr>
          <p:nvPr/>
        </p:nvSpPr>
        <p:spPr>
          <a:xfrm>
            <a:off x="7364906" y="4533368"/>
            <a:ext cx="1201804" cy="310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/>
              <a:t>야간</a:t>
            </a:r>
            <a:endParaRPr lang="en-US" altLang="ko-KR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0B45EF-8B14-8A72-3008-5D0C7A66F327}"/>
              </a:ext>
            </a:extLst>
          </p:cNvPr>
          <p:cNvSpPr txBox="1"/>
          <p:nvPr/>
        </p:nvSpPr>
        <p:spPr>
          <a:xfrm>
            <a:off x="9787836" y="4296449"/>
            <a:ext cx="16500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어떤 환경에서도 잘 동작하는 모델 구현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23DD477-645F-2382-A72C-CF63F4EBAD5E}"/>
              </a:ext>
            </a:extLst>
          </p:cNvPr>
          <p:cNvCxnSpPr>
            <a:cxnSpLocks/>
            <a:stCxn id="32" idx="1"/>
            <a:endCxn id="28" idx="3"/>
          </p:cNvCxnSpPr>
          <p:nvPr/>
        </p:nvCxnSpPr>
        <p:spPr>
          <a:xfrm flipH="1" flipV="1">
            <a:off x="9196229" y="3792052"/>
            <a:ext cx="591607" cy="896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FC746EE-E7BB-E718-09CD-1521F85B063C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9196229" y="4688864"/>
            <a:ext cx="591607" cy="83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25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70</Words>
  <Application>Microsoft Office PowerPoint</Application>
  <PresentationFormat>와이드스크린</PresentationFormat>
  <Paragraphs>28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학습 모델 – YOLOv5</vt:lpstr>
      <vt:lpstr>PowerPoint 프레젠테이션</vt:lpstr>
      <vt:lpstr>PowerPoint 프레젠테이션</vt:lpstr>
      <vt:lpstr>Results</vt:lpstr>
      <vt:lpstr>Future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하나산업 제진기 프로젝트</dc:title>
  <dc:creator>Yoon Jun Shick</dc:creator>
  <cp:lastModifiedBy>layeronme@gmail.com</cp:lastModifiedBy>
  <cp:revision>2</cp:revision>
  <dcterms:created xsi:type="dcterms:W3CDTF">2022-06-07T04:27:34Z</dcterms:created>
  <dcterms:modified xsi:type="dcterms:W3CDTF">2024-05-31T07:17:13Z</dcterms:modified>
</cp:coreProperties>
</file>